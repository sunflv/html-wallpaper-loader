
<file path=[Content_Types].xml><?xml version="1.0" encoding="utf-8"?>
<Types/>
</file>

<file path=_rels/.rels><?xml version="1.0" encoding="UTF-8"?><Relationships/>
</file>

<file path=ppt/presentation.xml><?xml version="1.0" encoding="UTF-8"?><p:presentation/>
</file>

<file path=ppt/slides/slide1.xml><?xml version="1.0" encoding="utf-8"?>
<p:sld xmlns:a="http://schemas.openxmlformats.org/drawingml/2006/main" xmlns:p="http://schemas.openxmlformats.org/presentationml/2006/main">
  <p:cSld>
    <p:spTree>
      <a:p>
        <a:r>
          <a:rPr lang="zh-CN"/>
          <a:t>二次函数复习</a:t>
        </a:r>
      </a:p>
      <a:p lvl="1">
        <a:r>
          <a:t>定义与图像</a:t>
        </a:r>
      </a:p>
      <a:p lvl="1">
        <a:r>
          <a:t>顶点式与交点式</a:t>
        </a:r>
      </a:p>
      <a:p lvl="1">
        <a:r>
          <a:t>最值问题</a:t>
        </a:r>
      </a: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a:p>
        <a:r>
          <a:rPr lang="zh-CN"/>
          <a:t>三角函数</a:t>
        </a:r>
      </a:p>
      <a:p lvl="1">
        <a:r>
          <a:t>诱导公式</a:t>
        </a:r>
      </a:p>
      <a:p lvl="1">
        <a:r>
          <a:t>和差化积</a:t>
        </a:r>
      </a:p>
      <a:p lvl="1">
        <a:r>
          <a:t>解三角形</a:t>
        </a:r>
      </a: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a:p>
        <a:r>
          <a:rPr lang="zh-CN"/>
          <a:t>概率统计</a:t>
        </a:r>
      </a:p>
      <a:p lvl="1">
        <a:r>
          <a:t>古典概型</a:t>
        </a:r>
      </a:p>
      <a:p lvl="1">
        <a:r>
          <a:t>分布列与期望</a:t>
        </a:r>
      </a:p>
      <a:p lvl="1">
        <a:r>
          <a:t>正态分布</a:t>
        </a:r>
      </a:p>
    </p:spTree>
  </p:cSld>
</p:sld>
</file>